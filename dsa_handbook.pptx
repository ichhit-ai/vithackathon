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4206240"/>
            <a:ext cx="1280160" cy="1280160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INTERVIEW PREP  ·  JAVA EDITION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DSA Mastery Handbook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9-Month Roadmap From First Principles to LeetCode Medium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4343400"/>
            <a:ext cx="2011680" cy="0"/>
          </a:xfrm>
          <a:prstGeom prst="line">
            <a:avLst/>
          </a:prstGeom>
          <a:noFill/>
          <a:ln w="38100">
            <a:solidFill>
              <a:srgbClr val="2FD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over memorization  ·  Patterns over tricks  ·  Consistency over intensity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Handbook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581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DSA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3134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295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Study Method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0083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Thinking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739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7216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Landscape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1581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Patterns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55080" y="23134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49440" y="2295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Execution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5508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30083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Final Prep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-228600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DSA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1463040" cy="0"/>
          </a:xfrm>
          <a:prstGeom prst="line">
            <a:avLst/>
          </a:prstGeom>
          <a:noFill/>
          <a:ln w="38100">
            <a:solidFill>
              <a:srgbClr val="2F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86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subject exists, and why it isn't what most beginners think it 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DSA Exists — And Why Interviews Test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10652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toolkit, not trivia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is the study of organizing data and designing steps to solve problems efficiently — every structure and algorithm exists to trade one resource (time, memory, complexity) for another.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340864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258568"/>
            <a:ext cx="10652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proxy signal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can't observe six months of your work in 45 minutes. DSA problems reveal how you decompose, reason about trade-offs, and handle ambiguity — under time pressure.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236976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154680"/>
            <a:ext cx="10652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makes it real money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company scale, an O(n²) function that runs on millions of requests is the difference between a fast product and a five-figure cloud bill.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133088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050792"/>
            <a:ext cx="10652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≠ memorization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are memorable; reasoning is transferable. The goal is to internalize *why* a technique works so you can derive it for a problem you've never seen.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CLEARING CONFUSION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vs. DSA vs. Development vs. CP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31720"/>
                <a:gridCol w="2606040"/>
                <a:gridCol w="2331720"/>
                <a:gridCol w="2057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Programming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Interview DSA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Development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Competitive Programming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Primary goal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Express logic in code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Solve unseen problems optimally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Ship working, maintainable features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Solve many problems, fast, exact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Time horizon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Minutes to hours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20–40 min per problem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Days to months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1–3 hours per contest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Correctness bar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It runs correctly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Optimal + edge-case proof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It works &amp; is testable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100% exact, no partial credit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Skill tested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Syntax &amp; logic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Pattern reasoning, trade-offs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System design, collaboration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Speed, math, implementation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Typical output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 script or feature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 verbal + coded solution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 shipped product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An accepted verdict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AVOIDING TRAPS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Myths — And Why Beginners Actually Fail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Myth: "DSA is memorization"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— it's pattern-driven problem solving. Memorized code breaks the moment constraints shift; understood techniques adapt.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44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362456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Myth: "Watching solutions = learning"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— struggling first (even unsuccessfully) builds the search intuition that watching alone never creates.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86207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779776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Myth: "More problems = better"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— fewer problems with deep review and honest re-attempts beat high-volume, low-retention grinding.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286207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2779776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beginners fail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jump to Medium too early, copy solutions without dry-running them by hand, skip spaced revision, and keep no mistakes log — so the same gap resurfaces every time.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-228600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Study Method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1463040" cy="0"/>
          </a:xfrm>
          <a:prstGeom prst="line">
            <a:avLst/>
          </a:prstGeom>
          <a:noFill/>
          <a:ln w="38100">
            <a:solidFill>
              <a:srgbClr val="2F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86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that respects dependencies, and the loop that builds real understanding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BIG PICTURE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5-Phase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6152" y="1554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075688"/>
            <a:ext cx="10744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Strings, Math basics, Time/Space Complexity, Recursion fundamentals. Everything else is built on this.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" y="2724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16152" y="26791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Linear Structures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" y="3200400"/>
            <a:ext cx="10744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LinkedList, Stack, Queue, Deque, HashMap/HashSet — plus Two Pointers &amp; Sliding Window, the first real patterns.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666744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8496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38039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Structures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" y="4325112"/>
            <a:ext cx="10744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Tree, BST, Heap/Priority Queue, Trie, and graph basics via DFS/BFS traversal.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791456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16152" y="49286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Techniques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" y="5449824"/>
            <a:ext cx="10744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Search, Backtracking, Greedy, Sorting, and core Graph algorithms (shortest path, topological sort).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916168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6099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6099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16152" y="60533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4088" y="6574536"/>
            <a:ext cx="10744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Programming, advanced Graphs (Dijkstra, MST), Segment/Fenwick Tree, Disjoint Set Union, Bit Manipulation.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WHY ORDER MATTERS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Topic Dependency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10652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→ Backtracking → DP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is recursion plus memory; skip recursion and DP will always feel like magic instead of mechanics.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231136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10652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→ Two Pointers → Sliding Window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is a specialized two-pointer motion; without the base pattern, the 'window' feels arbitrary.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935224"/>
            <a:ext cx="10652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Stack/Queue → Monotonic Stack/Queue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be fluent with the base structure's push/pop behavior before reasoning about ordering invariants.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03904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721608"/>
            <a:ext cx="10652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→ BST → Trie / Segment Tree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and Segment Trees are trees with a specialized invariant — unapproachable without tree traversal fluency.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590288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590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507992"/>
            <a:ext cx="10652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DFS/BFS → Topological Sort → Shortest Path / MST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advanced graph algorithm is traversal plus one added rule (ordering, weight, or connectivity).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STUDY METHOD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Study One Topic — The Study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22376" y="1591056"/>
            <a:ext cx="0" cy="4567428"/>
          </a:xfrm>
          <a:prstGeom prst="line">
            <a:avLst/>
          </a:prstGeom>
          <a:noFill/>
          <a:ln w="25400">
            <a:solidFill>
              <a:srgbClr val="C9D3E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16736"/>
            <a:ext cx="102412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concept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problem the structure/algorithm was invented to solve.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9092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790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824228"/>
            <a:ext cx="102412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operations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delete, search — what each one actually does in memory.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386584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31720"/>
            <a:ext cx="102412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complexity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operation costs what it costs, not just the label.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94076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940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839212"/>
            <a:ext cx="102412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an Easy problem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concept in its simplest, cleanest form.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401568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01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46704"/>
            <a:ext cx="102412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stuck — and think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with the difficulty for 20–30 min; this is where intuition is built.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909060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854196"/>
            <a:ext cx="102412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solution only if truly stuck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idea, not the code.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416552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361688"/>
            <a:ext cx="102412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Re-code it yourself, from scratch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someone else's code is not the same skill as producing your own.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4924044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9240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869180"/>
            <a:ext cx="102412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after 48 hours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converts short-term tricks into long-term recall.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5431536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431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5376672"/>
            <a:ext cx="102412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Medium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concept transfers to a harder shape.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5939028"/>
            <a:ext cx="438912" cy="438912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59390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88720" y="5884164"/>
            <a:ext cx="102412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emerges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enough reps, you start seeing the shape before you start coding.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-228600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Thinking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1463040" cy="0"/>
          </a:xfrm>
          <a:prstGeom prst="line">
            <a:avLst/>
          </a:prstGeom>
          <a:noFill/>
          <a:ln w="38100">
            <a:solidFill>
              <a:srgbClr val="2F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86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for reasoning about time and space — intuition first, math second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BIG-O FAMILY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Notation, Growth Rates &amp; What They Really Mean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Notation / Class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 Algorithm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 — Big O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Upper bound: worst case never gets slower than this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Binary Search → O(log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Ω — Omega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Lower bound: best case never runs faster than this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Linear Search best case → Ω(1)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Θ — Theta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Tight bound: upper and lower bound match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Array traversal → Θ(n)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Amortized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Average cost per operation over a sequence, not per call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Dynamic array append → O(1) amortized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O(1) — Constant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Cost doesn't grow with input size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HashMap get/put (average case)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O(log n) — Logarithmic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Halves the problem each step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Binary Search, balanced BST operations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O(n) — Linear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One pass through the input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Array/String scan, single loop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O(n log n) — Linearithmic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Divide-and-conquer with a linear merge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Merge Sort, Quick Sort (average)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O(n²) — Quadratic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Nested loop over the input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Bubble Sort, brute-force pair check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O(2ⁿ) / O(n!) — Exponential/Factorial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Explores all subsets/permutations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Brute-force subsets, naive backtracking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rule of thumb: n ≤ 20 → exponential is fine · n ≤ 1000 → O(n²) is fine · n ≤ 10⁵–10⁶ → aim for O(n log n) or O(n).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BEYOND TIME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Complexity &amp; Recursion Depth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extra memory used beyond the input itself — auxiliary arrays, hash maps, and the recursion call stack all count.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49631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414016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stack is real memory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recursive call pushes a frame; a recursion depth of n costs O(n) space even if no extra array is used.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54787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465576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Tail-heavy recursion risk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recursion (e.g., unbounded DFS on a skewed tree or n ~ 10⁵) can hit a StackOverflowError — a classic interview edge case to mention.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9943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517136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Time–space trade-off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Memoization trades O(space) for a huge drop in time — this trade-off is the entire premise of Dynamic Programming.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-228600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Landscape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1463040" cy="0"/>
          </a:xfrm>
          <a:prstGeom prst="line">
            <a:avLst/>
          </a:prstGeom>
          <a:noFill/>
          <a:ln w="38100">
            <a:solidFill>
              <a:srgbClr val="2F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86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mental model per structure: what it is, why it exists, and when to reach for 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LINEAR STRUCTURES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· String · LinkedList · Stack · Queue · Deque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2560320"/>
                <a:gridCol w="45720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Insert/Delete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 When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Array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O(n) (shift needed)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Fixed-ish size, need fast random access &amp; cache-friendly iteration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String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 read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O(n) (immutable in Java)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Text processing — remember Java strings are immutable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Linked List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 at known node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Frequent insert/delete at ends or mid-list without shifting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Stack (LIFO)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 top only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 push/pop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Undo history, expression parsing, DFS, matching brackets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Queue (FIFO)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 front only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 enqueue/dequeue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BFS, task scheduling, order-preserving processing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Deque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 both ends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 both ends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Sliding window maximum, palindrome checks, either-end access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HASHING STRUCTURES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 · HashSet · TreeMap · TreeSet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2743200"/>
                <a:gridCol w="43891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Lookup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Ordering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 When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HashMap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 average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No guaranteed order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Key→value lookups, frequency counting, caching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HashSet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 average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No guaranteed order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Fast membership checks, deduplication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TreeMap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Sorted by key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Need range queries or sorted key iteration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TreeSet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Sorted, unique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Need sorted unique elements, floor/ceiling queries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TREE STRUCTURES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Tree · BST · AVL · Trie · Heap / Priority Queue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651760"/>
                <a:gridCol w="347472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Core Idea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Operations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 When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Binary Tree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Each node has ≤2 children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Traversal (pre/in/post/level order)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Hierarchical data, expression trees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Binary Search Tree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Left &lt; node &lt; right invariant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Search/insert/delete O(h)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Ordered data with dynamic insert/delete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AVL Tree (overview)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Self-balancing BST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Rotations keep height O(log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Guaranteed O(log n) even on adversarial input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Trie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Tree of characters, shared prefixes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Insert/search word O(L)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Autocomplete, prefix search, dictionaries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Heap / Priority Queue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Complete tree, heap-order invariant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Insert/extract-min/max O(log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Top-K problems, scheduling, Dijkstra's algorithm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BEYOND THE BASICS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Structures — What Problem Each One Solves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10652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Tree (overview)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range queries (sum, min, max) and supports point/range updates in O(log n) — built for repeated range questions on a mutable array.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86207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779776"/>
            <a:ext cx="10652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Fenwick Tree / BIT (overview)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leaner alternative to Segment Trees for prefix-sum-style range queries with updates — simpler code, smaller constant factor.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427939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197096"/>
            <a:ext cx="10652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Set Union (DSU / Union-Find)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which elements belong to the same group with near-O(1) union and find (path compression + union by rank) — the backbone of cycle detection and Kruskal's MST.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GRAPHS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 &amp; Types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846320"/>
                <a:gridCol w="37490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Trade-off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Adjacency List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Array/Map of lists — each node stores its neighbors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Space O(V+E) — best for sparse graphs (most interview graphs)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Adjacency Matrix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V×V grid, 1/weight if an edge exists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Space O(V²) — O(1) edge lookup, wasteful for sparse graphs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Directed vs Undirected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Directed: edges have one-way direction. Undirected: edges are bidirectional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Changes how you detect cycles and count degree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Weighted vs Unweighted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Weighted: edges carry a cost. Unweighted: every edge costs 1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Weighted needs Dijkstra/Bellman-Ford; unweighted just needs BFS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DECISION GUIDE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Data Structure Do I Need?"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 need to...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Reach for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Check membership fast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HashSet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Count frequencies / map keys to values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HashMap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Process in first-in-first-out order (levels, shortest hops)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Queue / ArrayDeque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Undo actions or match nested brackets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Stack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Repeatedly get the min/max element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Heap / PriorityQueue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Keep data sorted while inserting dynamically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TreeMap / TreeSet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Search by prefix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Trie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Answer many range-sum/min queries with updates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Segment Tree or Fenwick Tree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Group elements &amp; detect cycles/connectivity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Disjoint Set Union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-228600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&amp; Patterns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1463040" cy="0"/>
          </a:xfrm>
          <a:prstGeom prst="line">
            <a:avLst/>
          </a:prstGeom>
          <a:noFill/>
          <a:ln w="38100">
            <a:solidFill>
              <a:srgbClr val="2F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86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techniques that operate on structures, and the shapes that repeat across problems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SORTING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Algorithms Comparison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  <a:gridCol w="2011680"/>
                <a:gridCol w="155448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(Avg)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(Worst)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Space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Stable?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Bubble / Selection Sort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O(n²)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O(n²)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Bubble: yes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Insertion Sort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O(n²)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O(n²)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Yes — fast on nearly-sorted data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Merge Sort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 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 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Quick Sort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 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O(n²)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Heap Sort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 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 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O(1)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Java's Arrays.sort / Collections.sort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 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O(n 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varies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Objects: yes (Timsort)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GRAPH ALGORITHMS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Graph Algorithm Toolkit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200400"/>
                <a:gridCol w="210312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Solves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 When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BFS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Shortest path, unweighted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O(V+E)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Fewest hops / level-order needed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DFS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Reachability, path existence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O(V+E)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Explore fully, backtracking, components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Dijkstra's Algorithm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Shortest path, non-negative weights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O((V+E) log V)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Weighted graph, no negative edges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Bellman-Ford (overview)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Shortest path, handles negative weights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O(V·E)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Negative edges present, need to detect neg. cycles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Floyd-Warshall (overview)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All-pairs shortest path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O(V³)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Dense graph, need every pair's distance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Topological Sort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Valid ordering of dependencies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O(V+E)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DAG scheduling, build/task dependencies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MST — Prim's / Kruskal's (overview)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Minimum cost to connect all nodes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O(E log V)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Network design, minimizing total edge weight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INTRODUCING PATTERNS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Pattern — And Why It's Not Magic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is a recurring problem SHAPE that repeatedly benefits from the same structural technique — not a memorized snippet of code.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587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505456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patterns emerge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constraints (sorted array, contiguous subarray, tree of choices) keep showing up, so the efficient response to them keeps showing up too.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730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648456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one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constraints, not just the problem title — 'contiguous subarray' hints Sliding Window; 'sorted array, find pair' hints Two Pointers; 'all combinations' hints Backtracking.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873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791456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Derive, don't memorize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'what property lets me avoid recomputation?' — that question, asked honestly, regenerates most patterns from first principles.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PATTERN CATALOG 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&amp; Two-Pointer Family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6152" y="1554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07568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sorted array, pair/triplet sum. Move two indices inward or in tandem to avoid O(n²) nested loops.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" y="2788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16152" y="2743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" y="326440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'contiguous subarray/substring' + a size or condition. Expand/shrink a window in O(n) instead of re-scanning.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977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3931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Slow Pointers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" y="445312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cycle detection, find the middle. Two pointers moving at different speeds meet inside a cycle (Floyd's algorithm).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98348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5166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16152" y="5120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" y="564184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repeated 'sum of range [i,j]' queries. Precompute cumulative sums once for O(1) range-sum answers.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17220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6355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635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16152" y="6309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Array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4088" y="683056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many range-update operations, read once at the end. Turns O(n) per update into O(1).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PATTERN CATALOG II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Queue &amp; Interval Family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6152" y="1554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Stack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07568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'next greater/smaller element'. Maintain an increasing/decreasing stack to answer in O(n) total.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" y="2788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16152" y="2743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Queue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" y="326440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sliding window max/min. A deque that drops useless elements keeps window extremes in O(1) amortized.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977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3931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Intervals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" y="445312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overlapping ranges/meetings. Sort by start time, then merge greedily in one pass.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98348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5166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16152" y="5120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K-way Merge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" y="564184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merge K sorted lists/arrays. Use a min-heap of size K to always pull the next smallest element.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17220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6355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635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16152" y="6309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on Answer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4088" y="683056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'minimize the maximum' / 'find the smallest X that satisfies…'. Binary search over the answer space, not the array.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PATTERN CATALOG III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&amp; Tree Traversal Family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6152" y="1554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/ Backtracking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07568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'all combinations/permutations/paths'. Explore a choice, recurse, undo the choice — a decision tree walk.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" y="2788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16152" y="2743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Level Order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" y="326440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shortest path or 'level by level' on a tree/graph. Process nodes in waves using a queue.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977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3931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DFS (pre/in/post)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" y="445312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subtree properties, path sums. Recurse into children, combine results going back up.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98348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5166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16152" y="5120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Sort + Union Find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" y="564184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task ordering / dependency cycles / grouping. Detect and order via in-degree (Topo) or merge via DSU (Union Find).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17220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6355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635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16152" y="6309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Fill &amp; Cycle Detection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4088" y="683056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'connected region' (islands) or 'does adding this edge create a cycle'. DFS/BFS spreading, or DSU union check.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PATTERN CATALOG IV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Programming Family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6152" y="1554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&amp; Unbounded Knapsack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07568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'maximize value under a weight/capacity constraint, each item once (or unlimited)'.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" y="2788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16152" y="2743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Increasing Subsequence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" y="326440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'longest subsequence satisfying an order'. O(n²) DP, or O(n log n) with binary search.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977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3931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Kadane's Algorithm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" y="445312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'maximum sum contiguous subarray'. Track best-ending-here vs best-overall in one linear pass.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98348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5166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16152" y="5120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in the Middle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" y="564184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n too large for brute force but small enough to split — solve both halves, combine results.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17220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5B6B8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6355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F4EF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635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16152" y="6309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Bitmask DP / State Compression (overview)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4088" y="6830568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small n (~≤20), need to track 'which subset has been used' — represent the subset as an integer bitmask.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-228600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Execution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1463040" cy="0"/>
          </a:xfrm>
          <a:prstGeom prst="line">
            <a:avLst/>
          </a:prstGeom>
          <a:noFill/>
          <a:ln w="38100">
            <a:solidFill>
              <a:srgbClr val="2F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86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preparation into a repeatable, calm 40-minute process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THE INTERVIEW 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Happen In Your Brain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22376" y="1591056"/>
            <a:ext cx="0" cy="4613564"/>
          </a:xfrm>
          <a:prstGeom prst="line">
            <a:avLst/>
          </a:prstGeom>
          <a:noFill/>
          <a:ln w="25400">
            <a:solidFill>
              <a:srgbClr val="C9D3E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16736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question fully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it in your own words before touching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32956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329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778092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constraints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 tells you the target complexity — n ≤ 10⁵ rules out O(n²).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294313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9431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239449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brute force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bad solution proves you understand the problem, and gives a baseline.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755669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5566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700805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repeated work, sorted structure, or a constraint you haven't used yet.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217025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1702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162161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observation to a pattern — that's the technique doing its job.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678382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7838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23518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data structure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structure whose operations match what you need fast.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139738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3973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084874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algorithm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approach and say it out loud before coding.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4601095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60109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546231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on a small example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logic errors on paper before they become debugging time.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5062451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06245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5007587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incremental, narrating as you go.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5523807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552380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88720" y="5468943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input, single element, duplicates, extremes.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" y="5985164"/>
            <a:ext cx="438912" cy="438912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59851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5930300"/>
            <a:ext cx="10241280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final complexity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space — this closes the loop for the interviewer.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PRACTICING RIGHT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LeetCode Strategy — Volume Is Not the Goal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10652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window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problem a genuine 25–30 minutes before looking at hints — that struggle is where the learning happens.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295144"/>
            <a:ext cx="10652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mistakes notebook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problem, the wrong assumption you made, and the correct insight — review this weekly, not the problem list.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310128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227832"/>
            <a:ext cx="10652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vs Medium ratio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on, lean Easy to build fluency; by month 4–5 shift toward 70% Medium as your baseline confidence grows.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242816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160520"/>
            <a:ext cx="10652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move on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explain the approach out loud without notes and code it cleanly twice, retire the problem — don't re-solve it forever.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175504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5093208"/>
            <a:ext cx="10652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on a schedule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Resurface a solved problem after 1 week, then 1 month — spaced revisits are what make patterns permanent.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CHOOSING YOUR ARENA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Programming vs. Interview DSA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383280"/>
                <a:gridCol w="29260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Style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When to Start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LeetCode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Interview-style problems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Single problem, generous time, company tags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Day one — this is your primary tool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Codeforces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Competitive programming, speed &amp; math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Timed contests, tight constraints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After ~4–5 months, once core patterns are solid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AtCoder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Clean, well-structured CP problems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Beginner-friendly contest structure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Optional — good second CP platform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CodeChef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Beginner-friendly CP, monthly contests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Long + short contest formats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Optional, alongside Codeforces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difference: CP rewards raw speed and exact math under contest pressure; interviews reward clear communication and reasoning at a slower, conversational pace.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JAVA TOOLKIT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Collections Cheat Sheet for DSA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937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Collection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Methods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ArrayList&lt;E&gt;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add, get, set, remove — O(1) amortized append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Dynamic array, most general-purpose lists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HashMap&lt;K,V&gt;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put, get, containsKey — O(1) average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Frequency maps, fast key lookups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HashSet&lt;E&gt;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add, contains, remove — O(1) average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Deduplication, fast membership tests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PriorityQueue&lt;E&gt;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offer, poll, peek — O(log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Min-heap by default; pass a Comparator for max-heap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TreeMap / TreeSet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put/add, floorKey, ceilingKey — O(log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Sorted order, range and neighbor queries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ArrayDeque&lt;E&gt;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addFirst/Last, pollFirst/Last — O(1)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Stack AND queue AND sliding-window deque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defines a class's natural order (compareTo); Comparator defines a custom, swappable order — common mistake: forgetting PriorityQueue is a min-heap by default.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-228600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Final Prep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1463040" cy="0"/>
          </a:xfrm>
          <a:prstGeom prst="line">
            <a:avLst/>
          </a:prstGeom>
          <a:noFill/>
          <a:ln w="38100">
            <a:solidFill>
              <a:srgbClr val="2F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86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nine months into a schedule you can actually follow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THE 9-MONTH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Milestones, Month by Month</a:t>
            </a:r>
            <a:endParaRPr lang="en-US" sz="2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486400"/>
                <a:gridCol w="41148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Timeframe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Month 1–2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Arrays, Strings, Complexity, Recursion, HashMap/Set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Solve Easy problems independently without hints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Month 3–4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LinkedList, Stack, Queue, Two Pointers, Sliding Window, Trees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Comfortable with 60% of Medium array/tree problems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Month 5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BST, Heap, Trie, Graphs (DFS/BFS), Backtracking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Start light Codeforces / timed practice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Month 6–7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Dynamic Programming, Greedy, advanced Graphs, Binary Search on Answer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Recognize the pattern for most Mediums within 5 minutes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Month 8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Segment/Fenwick Tree, DSU, Bit Manipulation, full mock interviews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Solve Mediums end-to-end in 30–35 minutes, talking aloud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Month 9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Weak-area revision, timed mocks, company-tagged problem sets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Interview-ready: fluent explanation + clean code + correct complexity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THE WEEKLY RHYTHM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Sustainable Weekly Study Template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Mon–Fri (weekdays)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45–90 minutes: 1 new concept or pattern applied to 1–2 fresh problems, done with full focus rather than rushed volume.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587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505456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session: revisit 2–3 problems from your mistakes notebook, then attempt 1 problem slightly above your comfort level.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730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648456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review day: re-read your notes for the week, update your revision sheet, rest — consistency beats a single intense day.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873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791456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simple signal of progress: are you recognizing the pattern faster, and needing hints less often, than four weeks ago?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MASTER CHEAT SHEET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Quick-Reference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5852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Feels Like At n = 10⁶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O(1)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Constant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Instant — HashMap lookup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Logarithmic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~20 steps — Binary Search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Linear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1 pass — Array scan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O(n log 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Linearithmic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Fast sort — Merge/Quick Sort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O(n²)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Quadratic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Too slow — nested loops on 10⁶ input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O(2ⁿ)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Exponential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Only viable for n ≲ 20–25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Mindset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compounds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you truly understand at month 2 keeps paying off at month 9 — a memorized trick expires the first time the problem shifts shape.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49631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414016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is not wasted time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 minutes you spend stuck on a problem before seeing the solution is often the most valuable part of the whole session.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54787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465576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are earned, not shortcuts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them by solving through them repeatedly — not by reading a list and hoping it sticks.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99432"/>
            <a:ext cx="310896" cy="310896"/>
          </a:xfrm>
          <a:prstGeom prst="ellipse">
            <a:avLst/>
          </a:prstGeom>
          <a:solidFill>
            <a:srgbClr val="2FD9A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517136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beats intensity  —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steady hour a day for nine months will outperform sporadic all-night grinding every single time.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MASTERY HANDBOOK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2026-07-12T19:20:08Z</dcterms:created>
  <dcterms:modified xsi:type="dcterms:W3CDTF">2026-07-12T19:20:08Z</dcterms:modified>
</cp:coreProperties>
</file>